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Trend Analysis Using Aggregations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Analyst Internship - Task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Analyze monthly revenue and order volume.</a:t>
            </a:r>
          </a:p>
          <a:p>
            <a:r>
              <a:t>- Learn to use SQL aggregate functions for trend analysis.</a:t>
            </a:r>
          </a:p>
          <a:p>
            <a:r>
              <a:t>- Derive insights from time-based sales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SQL Server / MySQL / PostgreSQL / SQLite</a:t>
            </a:r>
          </a:p>
          <a:p>
            <a:r>
              <a:t>- GitHub for submission and documentation.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Table: online_sales</a:t>
            </a:r>
          </a:p>
          <a:p>
            <a:r>
              <a:t>Columns:</a:t>
            </a:r>
          </a:p>
          <a:p>
            <a:r>
              <a:t>- order_id (INT)</a:t>
            </a:r>
          </a:p>
          <a:p>
            <a:r>
              <a:t>- order_date (DATE)</a:t>
            </a:r>
          </a:p>
          <a:p>
            <a:r>
              <a:t>- amount (DECIMAL)</a:t>
            </a:r>
          </a:p>
          <a:p>
            <a:r>
              <a:t>- product_id (INT)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 and insert data into online_sales.</a:t>
            </a:r>
          </a:p>
          <a:p>
            <a:r>
              <a:t>2. Group data by YEAR(order_date) and MONTH(order_date).</a:t>
            </a:r>
          </a:p>
          <a:p>
            <a:r>
              <a:t>3. Use:</a:t>
            </a:r>
          </a:p>
          <a:p>
            <a:r>
              <a:t>   - SUM(amount) → Total Revenue</a:t>
            </a:r>
          </a:p>
          <a:p>
            <a:r>
              <a:t>   - COUNT(DISTINCT order_id) → Total Orders</a:t>
            </a:r>
          </a:p>
          <a:p>
            <a:r>
              <a:t>4. Sort results using ORDER BY year, month.</a:t>
            </a:r>
          </a:p>
          <a:p>
            <a:r>
              <a:t>5. Find top 3 months by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YEAR(order_date) AS year,</a:t>
            </a:r>
          </a:p>
          <a:p>
            <a:r>
              <a:t>       MONTH(order_date) AS month,</a:t>
            </a:r>
          </a:p>
          <a:p>
            <a:r>
              <a:t>       SUM(amount) AS total_revenue,</a:t>
            </a:r>
          </a:p>
          <a:p>
            <a:r>
              <a:t>       COUNT(DISTINCT order_id) AS total_orders</a:t>
            </a:r>
          </a:p>
          <a:p>
            <a:r>
              <a:t>FROM online_sales</a:t>
            </a:r>
          </a:p>
          <a:p>
            <a:r>
              <a:t>GROUP BY YEAR(order_date), MONTH(order_date)</a:t>
            </a:r>
          </a:p>
          <a:p>
            <a:r>
              <a:t>ORDER BY year, month;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| Year | Month | Total Revenue | Total Orders |</a:t>
            </a:r>
          </a:p>
          <a:p>
            <a:r>
              <a:t>|------|--------|----------------|---------------|</a:t>
            </a:r>
          </a:p>
          <a:p>
            <a:r>
              <a:t>| 2024 | 1 | 700.00 | 2 |</a:t>
            </a:r>
          </a:p>
          <a:p>
            <a:r>
              <a:t>| 2024 | 2 | 800.00 | 2 |</a:t>
            </a:r>
          </a:p>
          <a:p>
            <a:r>
              <a:t>| 2024 | 3 | 950.00 | 2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Gained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Learned grouping and aggregation techniques.</a:t>
            </a:r>
          </a:p>
          <a:p>
            <a:r>
              <a:t>- Identified revenue patterns over time.</a:t>
            </a:r>
          </a:p>
          <a:p>
            <a:r>
              <a:t>- Developed SQL proficiency in handling analytical queries.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Upload SQL script and results to GitHub.</a:t>
            </a:r>
          </a:p>
          <a:p>
            <a:r>
              <a:t>- Include README.md explaining process.</a:t>
            </a:r>
          </a:p>
          <a:p>
            <a:r>
              <a:t>- Submit GitHub link via Google Form.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task enhanced understanding of SQL data aggregation, grouping, and trend analysis, helping to derive valuable business insights from sales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